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63" r:id="rId4"/>
    <p:sldId id="261" r:id="rId5"/>
    <p:sldId id="262" r:id="rId6"/>
    <p:sldId id="259" r:id="rId7"/>
    <p:sldId id="264" r:id="rId8"/>
    <p:sldId id="260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363" autoAdjust="0"/>
  </p:normalViewPr>
  <p:slideViewPr>
    <p:cSldViewPr snapToGrid="0">
      <p:cViewPr varScale="1">
        <p:scale>
          <a:sx n="60" d="100"/>
          <a:sy n="60" d="100"/>
        </p:scale>
        <p:origin x="9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1831-EE51-4CD8-B25E-CECB7F35255D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4677F-BF5D-4B33-B8E4-BEAB8D130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91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176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3ECFB-C963-31D7-6692-E8441F11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A0CBF0C-6947-099C-3585-F52537B18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E49F3E-317C-5218-39CA-B299A4CE7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87BABE-E7B9-F45D-4A25-7B2F665E5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174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9BF92-75E2-320F-2C0E-8DC5BBE4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52A734-3969-3BFE-02A9-F49CC3FC2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43343D-2C7D-7155-5B97-0938EE773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BCF021-5416-E6C8-4228-C0EB6988A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773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95A3-9A69-3004-38DC-6FC6025C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05992E-BF4A-EF79-2D67-17C9A2E4A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FF00E9-66CF-F334-3B8B-474BF2AD1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FE8F6B3-BDFB-EB44-0545-D284970E8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11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9860-648E-6A03-1CEE-7987FFF7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111216-CC36-0CE6-8228-E513618FC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F7D107-58A2-DC18-7CF8-B23A58012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DEFC11-1A6B-F3D8-E26F-E0641C573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825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229F-6D29-41C2-87B7-F26829F3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617651-052F-C1D9-C198-9A11AE969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1F416B-8C45-9665-9620-58FF45EE2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F95FBE-99F1-6B93-23D5-2EACAC189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916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1603-9C27-CD01-D167-03DAF2E2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64DEA7-7CBB-6DF8-9A39-45E38628E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F3AC24-31F4-7645-8ED5-E6B6ECFA2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77205E-0186-479B-5E8F-6BD8B136D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288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0DA8-516A-36DA-9C88-FE472BCB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4A6FE8-AFAC-21D6-3869-6DBB2746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8060ED-7F92-ABB7-B113-0C724F971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D993F8-ADD6-EA78-E796-81D666F00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915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4F1D-4502-EFFE-E947-432AB238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F7D055-F3CC-D78F-BCE2-DCC912B32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82E401-8EC8-E63B-B537-1A19E845F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77E8D2-D36D-8B22-C2AF-4C80CADEC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86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2F9D-6B28-E2AA-4308-71D4A1AB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764084-BDD9-3DD1-D738-A78725525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217435-AFD9-FD2F-607F-2E207504C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75BB7D-ECDA-30D2-6465-B67D51D91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043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DD693-6ED2-78B0-5F93-7D3525BE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A3DCB8-506F-ABC4-4FED-DD19EAD40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5509CA-C876-3F8B-6A2A-F5C22981D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CBBD30-3381-81F5-ACBC-9704CC76D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432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A13B-612E-3C3D-2A31-12F168428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65F8F55-25DA-0C47-A665-511766E4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9D1CA9-B000-2DD9-1D08-F586075C2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08F3AF-0409-35E2-6D69-E0DC6E0AA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493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55FEC-0B65-D426-F14A-1E05FCED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A7053A-2D28-C93F-929C-DB8D0D0ED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E2F6758-4448-0644-6446-7D7A5C3E9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0C592E-218C-D5DF-2850-88A7F8436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174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725C4-EC29-DE42-D38F-8061CEC8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41757B-CDDA-7724-4823-8B81C6025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14014D-C996-49EC-CC1A-3BAD9CA87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A0181F-FCD9-990A-E64C-CD1B59819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551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EAE87-6E94-D928-A97A-F98EC846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92A477-812B-E725-228D-481A647B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608BE9-773C-48AB-E404-8BA799C70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EF5FCA-8312-0219-8C50-337616AA2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629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9EC3-B1CD-4C58-7CFF-F411750F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4B0D19-407C-7227-2B4B-DFC856C03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940891-6778-6CF1-4A6A-2F6B1E5EA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668770-064B-58CD-8DBD-0FADC9C41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4094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0BF0-B219-BAE1-1522-4AD4B5C2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A29802-29FA-956E-F227-059344158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7C7D35-5F9D-B786-5FB2-FECCD0254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9A539F-8B47-2E86-09D8-FCF49880C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59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836C-B978-2427-DD9C-0FA6CFF3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C4D928-60BF-3FA6-89AC-5E96A5E33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7F05F5-6506-8246-0F8F-72691CF33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E7869F-56F5-364A-D989-CFD19ADE7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535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2ED23-EB7C-760D-0C31-17599581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34FC13-823F-813D-F9F3-9B4E58ADE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CC6C134-9A60-8FFC-550B-6389C06DA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1B77C9-888E-C84F-B178-7CF3C4A55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3014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1CC9-16FD-F2A7-E29E-467FFCB9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776D43D-E052-945E-CDB4-222BF7B12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E93C6D-BC7B-4254-6E1D-0FF2AB1CC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8FEFAC-537B-BC7A-85B6-680BC5BE9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9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7C95-8A7C-5795-53A5-792A1158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3828E7-EE40-B8BF-DC31-B916F5A2F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5A505B-54B1-CEEE-ADEC-B200867A1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2B49BD-D0FF-9092-FB40-BF4D04109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438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BE480-83F1-D729-A122-DF42233C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472A6C-CA2B-8F1C-BD98-AD52CE989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5D4CE8-3421-00B9-F3B1-9C9EB1B90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AB8B7C-F8A8-C0E2-B145-ED7AB44E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292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7F046-6603-6372-A33A-543298B3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617FD6-A1FC-9954-8A40-43AAF8049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E69A02-2130-D041-72EB-93DC76388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7600D3-913B-395C-0F9A-7BAAF2631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683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EF37A-8D5B-64C8-E061-FC374F56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5B4636-EFBC-EBED-5F4F-1E8D8F3F1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E655B0-EED9-1E33-D2C1-103CDB3BE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378022-5942-4679-171B-6786D56AD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657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8C8CA-3B81-034B-E2ED-687994F9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B5BA89-4FC3-CB5A-1E3A-7499A406E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8FF7D0-151F-A109-DC2B-F275E584F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D8654C-664E-8073-A5CC-7D238969E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7081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09B5-716D-9259-864F-56052EFC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972AAE-A73C-E9F3-9A99-DFF12BB71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BA4B1A-5EF8-C437-E55C-7B7A77065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1458BF-E815-4586-B4E0-7BCF31AFA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77F-BF5D-4B33-B8E4-BEAB8D13033A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267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15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77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11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383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61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258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2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63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83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921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2843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340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5504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0271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975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533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803AE-AA47-4DAF-87A6-57F91F07761E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51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2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2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2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2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2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2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2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2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2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2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95ACF-8BDF-30E4-9131-6F5A1D20E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82698"/>
            <a:ext cx="7766936" cy="1646302"/>
          </a:xfrm>
        </p:spPr>
        <p:txBody>
          <a:bodyPr/>
          <a:lstStyle/>
          <a:p>
            <a:pPr algn="l"/>
            <a:r>
              <a:rPr lang="pt-BR" sz="6600" dirty="0"/>
              <a:t>BOM DIA!</a:t>
            </a:r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EE18E6DB-7678-EE18-2080-A4304C525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980709A4-2AE8-5007-4F22-6ADB081624DF}"/>
              </a:ext>
            </a:extLst>
          </p:cNvPr>
          <p:cNvSpPr txBox="1">
            <a:spLocks/>
          </p:cNvSpPr>
          <p:nvPr/>
        </p:nvSpPr>
        <p:spPr>
          <a:xfrm>
            <a:off x="1507067" y="3429000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500" dirty="0">
                <a:solidFill>
                  <a:schemeClr val="tx1"/>
                </a:solidFill>
              </a:rPr>
              <a:t>Instalações elétricas prediais</a:t>
            </a:r>
          </a:p>
          <a:p>
            <a:pPr algn="l"/>
            <a:r>
              <a:rPr lang="pt-BR" sz="2500" dirty="0">
                <a:solidFill>
                  <a:schemeClr val="tx1"/>
                </a:solidFill>
              </a:rPr>
              <a:t> - Aterramento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9765DF9-26C2-4D30-A895-BD49D56732D4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D606115-8AAC-466C-AFB5-32A6ABB4B9DD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06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4C167591-295C-4D28-992C-DBE1D290E7D8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352E9754-756C-6A15-1931-04A445E6B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1C841EEC-A2B9-EBAC-44FD-AC3529EBD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366" y="5253249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136E2FA2-D4F9-4174-9347-365C17FCF833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8C56FDAB-3DC4-4480-AD10-838918E863ED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EB3267B6-8FAB-49E7-B973-79738D00D267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30E7F53A-03AB-4AB4-B9EC-3A77BD141681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Sistemas de aterramento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95A4D39-DDA7-4302-98B8-1F76A7A7F52C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6A6F0BC-5C68-6C4B-6604-AC9D61B08B2C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426C21-D086-FBCB-9D4A-2577130D2748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F1DDEC2-54B8-5DFC-38C2-52D4FE71970E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3F4BAE-6D02-B58C-664B-665EA36C98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0838"/>
          <a:stretch/>
        </p:blipFill>
        <p:spPr>
          <a:xfrm>
            <a:off x="392549" y="1248420"/>
            <a:ext cx="8141851" cy="149857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5A2C223-5DF0-1463-065D-776DD3E3C2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804"/>
          <a:stretch/>
        </p:blipFill>
        <p:spPr>
          <a:xfrm>
            <a:off x="485135" y="2692976"/>
            <a:ext cx="6443173" cy="2773343"/>
          </a:xfrm>
          <a:prstGeom prst="rect">
            <a:avLst/>
          </a:prstGeom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A2626E0-3F83-6921-E25F-B9A0311AB0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10"/>
          <a:stretch/>
        </p:blipFill>
        <p:spPr>
          <a:xfrm>
            <a:off x="7005729" y="2324596"/>
            <a:ext cx="4404453" cy="291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5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65CF-D261-DB14-20B9-617DD41B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941D1B30-76E5-FD57-FDAD-B1A6C1400139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23D9D012-4D4E-5A70-F868-0BA9E3DCF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680008F0-894F-CAA2-A485-7872D6C8E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366" y="5253249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4D1AEBBA-5E89-CEED-BAEB-976B6108E56B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C414F520-349E-741E-FA31-92269AC3C1FB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BDF31809-9B9A-9759-0F22-208FB4F012E7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04510DE-BC0F-E930-E7B6-904100F227D1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Eletrodos de aterramento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CFC681B-8DDB-15A1-D78B-37B2741CBD24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D9391EC-E983-E23C-B444-18854E22A552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8CB4A9-519A-5CC8-06EB-47AC4D54FC54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A4AE200B-950D-7198-879D-CF618A8FD2E3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36BF38A-5B0D-A781-DDA1-FBD78B6BF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15" y="1388188"/>
            <a:ext cx="4355315" cy="1883379"/>
          </a:xfrm>
          <a:prstGeom prst="rect">
            <a:avLst/>
          </a:prstGeom>
        </p:spPr>
      </p:pic>
      <p:pic>
        <p:nvPicPr>
          <p:cNvPr id="11" name="Imagem 10" descr="Texto, Carta&#10;&#10;O conteúdo gerado por IA pode estar incorreto.">
            <a:extLst>
              <a:ext uri="{FF2B5EF4-FFF2-40B4-BE49-F238E27FC236}">
                <a16:creationId xmlns:a16="http://schemas.microsoft.com/office/drawing/2014/main" id="{8B5B902B-5693-5637-430F-071F684ABC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" t="34147" r="-441" b="26340"/>
          <a:stretch/>
        </p:blipFill>
        <p:spPr>
          <a:xfrm>
            <a:off x="236459" y="4363125"/>
            <a:ext cx="5557949" cy="762576"/>
          </a:xfrm>
          <a:prstGeom prst="rect">
            <a:avLst/>
          </a:prstGeom>
        </p:spPr>
      </p:pic>
      <p:pic>
        <p:nvPicPr>
          <p:cNvPr id="15" name="Imagem 14" descr="Texto&#10;&#10;O conteúdo gerado por IA pode estar incorreto.">
            <a:extLst>
              <a:ext uri="{FF2B5EF4-FFF2-40B4-BE49-F238E27FC236}">
                <a16:creationId xmlns:a16="http://schemas.microsoft.com/office/drawing/2014/main" id="{0452D9A5-1B03-525B-817C-5E174308FE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15" y="3483525"/>
            <a:ext cx="5734850" cy="924054"/>
          </a:xfrm>
          <a:prstGeom prst="rect">
            <a:avLst/>
          </a:prstGeom>
        </p:spPr>
      </p:pic>
      <p:pic>
        <p:nvPicPr>
          <p:cNvPr id="17" name="Imagem 16" descr="Diagrama&#10;&#10;O conteúdo gerado por IA pode estar incorreto.">
            <a:extLst>
              <a:ext uri="{FF2B5EF4-FFF2-40B4-BE49-F238E27FC236}">
                <a16:creationId xmlns:a16="http://schemas.microsoft.com/office/drawing/2014/main" id="{C8E33D1C-14E7-7CDE-A001-5562469A3D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609" y="1954851"/>
            <a:ext cx="3941843" cy="4109343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66770B66-B16E-2FCB-A1E0-70338E4192C7}"/>
              </a:ext>
            </a:extLst>
          </p:cNvPr>
          <p:cNvSpPr/>
          <p:nvPr/>
        </p:nvSpPr>
        <p:spPr>
          <a:xfrm>
            <a:off x="6545915" y="4793381"/>
            <a:ext cx="336148" cy="3269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35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FE668-76BA-6D1D-E5E5-1DFB153C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9207E3DC-141F-9963-522A-8ACC12AE46C9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C73BE24C-267A-E93E-D606-87191F619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E1986CE1-18EF-0186-8B90-E176E3D14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366" y="5253249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5CE80230-6A4E-956C-6882-E6668855E6E1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6495B287-6F4C-6A03-6C55-1B15565F7361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0EB949F3-F892-2361-3314-D177C007E650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114358CA-D32E-31E6-60CA-02BFE72341F3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Massas e condutores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6A5628CE-91A2-448B-3AE6-E8D5B4D4760B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C30FF93-9D01-4648-F083-0D23CD413BAF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2888D7-69F2-F618-5CED-4910254BCD5E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077B9E04-3509-8C61-D64F-26EA1056DCDF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pic>
        <p:nvPicPr>
          <p:cNvPr id="7" name="Imagem 6" descr="Tabela&#10;&#10;O conteúdo gerado por IA pode estar incorreto.">
            <a:extLst>
              <a:ext uri="{FF2B5EF4-FFF2-40B4-BE49-F238E27FC236}">
                <a16:creationId xmlns:a16="http://schemas.microsoft.com/office/drawing/2014/main" id="{35590EF8-3CBB-A20A-19F6-700FEDFB1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9"/>
          <a:stretch/>
        </p:blipFill>
        <p:spPr>
          <a:xfrm>
            <a:off x="1325030" y="1283346"/>
            <a:ext cx="7039323" cy="51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65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BEB0-106B-95CC-ED57-2C515EA2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D1648C96-5844-C290-7A41-D620DEDF9E9B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3F99E3C3-41D4-19FB-7CFC-D09A4C821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7C8F0B59-0ED6-CFC0-1776-6608A92D9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366" y="5253249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5E661337-B894-C30F-17F1-E4B90856615D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C52D0DE8-4DD2-D16A-F94E-2AC89F0AB8F9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E8AA5024-98EE-DA64-156D-B1D02F1863C5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D023A89D-D0DC-FCA7-C601-63E80DBA0545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Massas e condutores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5233A9-BFA7-AB8A-0F44-F9D2354F0F83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BCB73F-75AF-85CD-0855-F17CEDAD5F0D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D15874-117B-9A0C-F183-1393A30605C3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630BBFA-3360-9D1B-19FD-97CA2559F687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pic>
        <p:nvPicPr>
          <p:cNvPr id="11" name="Imagem 10" descr="Interface gráfica do usuário, Texto, Aplicativo, Tabela&#10;&#10;O conteúdo gerado por IA pode estar incorreto.">
            <a:extLst>
              <a:ext uri="{FF2B5EF4-FFF2-40B4-BE49-F238E27FC236}">
                <a16:creationId xmlns:a16="http://schemas.microsoft.com/office/drawing/2014/main" id="{CB5600CF-9E5E-1509-DA1A-59F3549D1D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48" y="1639208"/>
            <a:ext cx="7999651" cy="401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06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ED446-03F9-B684-E2FF-8AB5890A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806FA12F-8DDF-8447-082C-3986FCC429C4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9D3982B9-2317-8E68-FBC9-D135B29E6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4B877748-1B13-8288-0172-E3A178361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EDF59186-0A12-7937-5EA6-C52BA2781DD8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6F49F6FB-5B43-62FB-4517-6F6C418D0F1E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CEE9DBF0-7D3E-0ACF-F16C-319CD011675D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Tipos de aterramento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A59BBC-596A-4A71-9BC7-305D588122E8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4AD8184-0523-2FEE-F144-78E05B204186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27745B-EEE9-8A9A-3EB5-FF35877622A4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86AFCC8E-13D7-14DF-D768-ECDE0F2A1EA5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EED161-9237-59E8-4C97-A876AF157B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90" b="37832"/>
          <a:stretch/>
        </p:blipFill>
        <p:spPr>
          <a:xfrm>
            <a:off x="713395" y="1391681"/>
            <a:ext cx="8091794" cy="1527982"/>
          </a:xfrm>
          <a:prstGeom prst="rect">
            <a:avLst/>
          </a:prstGeom>
        </p:spPr>
      </p:pic>
      <p:pic>
        <p:nvPicPr>
          <p:cNvPr id="11" name="Imagem 10" descr="Diagrama&#10;&#10;O conteúdo gerado por IA pode estar incorreto.">
            <a:extLst>
              <a:ext uri="{FF2B5EF4-FFF2-40B4-BE49-F238E27FC236}">
                <a16:creationId xmlns:a16="http://schemas.microsoft.com/office/drawing/2014/main" id="{AF9AA788-418F-0F68-57E5-F19A00A40F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411" y="2657645"/>
            <a:ext cx="1762571" cy="3810000"/>
          </a:xfrm>
          <a:prstGeom prst="rect">
            <a:avLst/>
          </a:prstGeom>
        </p:spPr>
      </p:pic>
      <p:pic>
        <p:nvPicPr>
          <p:cNvPr id="15" name="Imagem 14" descr="Torre com relógio em cima de gramado&#10;&#10;O conteúdo gerado por IA pode estar incorreto.">
            <a:extLst>
              <a:ext uri="{FF2B5EF4-FFF2-40B4-BE49-F238E27FC236}">
                <a16:creationId xmlns:a16="http://schemas.microsoft.com/office/drawing/2014/main" id="{939C3FD5-A328-E612-7D3E-4AC32CD736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568" y="2657645"/>
            <a:ext cx="3810000" cy="3810000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54818EA0-BF9E-9B95-6907-AA232B5B4CA6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</p:spTree>
    <p:extLst>
      <p:ext uri="{BB962C8B-B14F-4D97-AF65-F5344CB8AC3E}">
        <p14:creationId xmlns:p14="http://schemas.microsoft.com/office/powerpoint/2010/main" val="106269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9999-90C4-F114-C420-C280CFCB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0D63A3E3-75BD-9970-22AA-57D3CFBC0557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428D3D1D-4E94-BF53-58DD-EDE76DC38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75155EC2-FF37-9A7C-0ABF-2941F8F84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A86E7197-4061-B918-E47C-603B68385E96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FF737B54-5359-813A-7133-9A89D26B03A3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6A85628-F425-A0F3-3AF1-1FC3A723111E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Tipos de aterramento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3EEB630-173D-ED97-C26C-D571A1BC179D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F634924-FB22-BD72-9CF5-5D0743C577E5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44D36D-71BA-E631-907F-86D239328C13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CA65D510-6086-B0D4-B9E6-DAEA99781910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060157A-2C5C-3FC8-C1CC-D8A43AF9F5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2607"/>
          <a:stretch/>
        </p:blipFill>
        <p:spPr>
          <a:xfrm>
            <a:off x="360461" y="1334454"/>
            <a:ext cx="8343795" cy="1865018"/>
          </a:xfrm>
          <a:prstGeom prst="rect">
            <a:avLst/>
          </a:prstGeom>
        </p:spPr>
      </p:pic>
      <p:pic>
        <p:nvPicPr>
          <p:cNvPr id="12" name="Imagem 11" descr="Diagrama&#10;&#10;O conteúdo gerado por IA pode estar incorreto.">
            <a:extLst>
              <a:ext uri="{FF2B5EF4-FFF2-40B4-BE49-F238E27FC236}">
                <a16:creationId xmlns:a16="http://schemas.microsoft.com/office/drawing/2014/main" id="{C96DD535-1A0D-9678-39BE-986CB6D685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29" y="3199472"/>
            <a:ext cx="2532855" cy="316291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C752029-21AD-437C-B340-637B91E357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575" y="3350054"/>
            <a:ext cx="3812981" cy="3012335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7CDBB6D5-C569-8621-D9D7-39AB43E12B0F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</p:spTree>
    <p:extLst>
      <p:ext uri="{BB962C8B-B14F-4D97-AF65-F5344CB8AC3E}">
        <p14:creationId xmlns:p14="http://schemas.microsoft.com/office/powerpoint/2010/main" val="14422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BFEB6-6338-2C0F-9A12-3019CC68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AC214DD8-E6BA-60D0-6882-D31DA17C71A1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A85A7A03-3485-4CAA-3821-A8653D04E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07065C02-B213-1BC0-E567-24B12B8B6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2434F071-3AC3-BE7F-E611-6DB709615EA0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83A0A379-17F3-4DFE-201E-F53C43C891B1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C0F8500-692E-4DB4-DC59-CF672133FBF3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Tipos de aterramento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3E220BDB-B074-3C7D-FDFC-CF7F1992F764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8A271DB-FBEC-7B1A-9A40-CC685D35186A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E0E0EA-D712-4E8A-5CBB-2C433776F042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0A893AA-F5AA-40E0-4474-A3CABF798D46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AF8022-EAEE-766C-03BF-BC5776FE25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0" t="61640" r="-290" b="-3818"/>
          <a:stretch/>
        </p:blipFill>
        <p:spPr>
          <a:xfrm>
            <a:off x="392549" y="1270397"/>
            <a:ext cx="8645573" cy="1632553"/>
          </a:xfrm>
          <a:prstGeom prst="rect">
            <a:avLst/>
          </a:prstGeom>
        </p:spPr>
      </p:pic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638CFADD-F776-E770-503A-928C50CC2E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82" y="2785981"/>
            <a:ext cx="3157681" cy="368166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5F2047-B1F4-3A70-3618-B3CE0B1A80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6306"/>
          <a:stretch/>
        </p:blipFill>
        <p:spPr>
          <a:xfrm>
            <a:off x="4301045" y="2666079"/>
            <a:ext cx="5463341" cy="1753522"/>
          </a:xfrm>
          <a:prstGeom prst="rect">
            <a:avLst/>
          </a:prstGeom>
        </p:spPr>
      </p:pic>
      <p:pic>
        <p:nvPicPr>
          <p:cNvPr id="13" name="Imagem 12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377F8B7A-321F-A098-C25A-1B421D28F7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381" y="3977930"/>
            <a:ext cx="4924717" cy="2137739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790C16A7-01B0-B4A6-F3A4-144173D5CFC7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</p:spTree>
    <p:extLst>
      <p:ext uri="{BB962C8B-B14F-4D97-AF65-F5344CB8AC3E}">
        <p14:creationId xmlns:p14="http://schemas.microsoft.com/office/powerpoint/2010/main" val="403875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68B40-2B39-7617-6F4D-A229D99F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E2C6DD39-44AF-4948-5431-89C8771F1308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2C93782B-1C77-5F79-672C-4A3877FB3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B1EFA62B-7622-08AC-CED2-3A3CF4739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12C06744-0B83-5F57-2306-43AA5C864C79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779DAFCE-85A4-F6B5-E0B8-1DA83D8AB698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F16B808-EE1E-04EB-83F5-DE6A1A03CC3C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DFEFCB2-DB6A-4A58-A10F-CB278E822EAF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D77E2F-F891-31C8-9527-BACDF6AE72B0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AA05F7-F252-D4A7-27AA-F9B429AAC287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4B918EC9-93B7-3D1A-06E3-735DC41472C7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AE48757-D3CD-DE54-1E34-4FCE7D6C7E1F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11" name="Imagem 10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E88EEEE-E8D9-4B98-DD15-22DCE632EE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05" y="1490059"/>
            <a:ext cx="6370040" cy="1584640"/>
          </a:xfrm>
          <a:prstGeom prst="rect">
            <a:avLst/>
          </a:prstGeom>
        </p:spPr>
      </p:pic>
      <p:pic>
        <p:nvPicPr>
          <p:cNvPr id="15" name="Imagem 14" descr="Texto&#10;&#10;O conteúdo gerado por IA pode estar incorreto.">
            <a:extLst>
              <a:ext uri="{FF2B5EF4-FFF2-40B4-BE49-F238E27FC236}">
                <a16:creationId xmlns:a16="http://schemas.microsoft.com/office/drawing/2014/main" id="{C58ED272-A13B-BDBC-A9D1-AD69E4618E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05" y="2984264"/>
            <a:ext cx="6370040" cy="306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53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E894-DB49-60AC-69E7-A2A13555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40E53530-B0E2-5572-41D9-B07EC5F1F728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AAD6DB76-3A86-71C4-3ECE-09F263A2F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A537DCBB-7273-2DBB-2583-D51058FA6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2DD7511C-4FC1-3201-B363-1DF9A1C3F084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29538281-8D3F-62A0-02E1-19BE0BA0AC62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682B698A-871D-9A49-F061-A28AA37FC07A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09CFA44C-FEDA-FB5C-1A0C-A7BE6BF94D30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83F5855-ADAC-B82E-FD50-489FA318D631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1512-6120-FE4B-6FAB-19C3FEA57718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68DD8D-0BB0-AEAE-C227-B3C622A5AA22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E1434BA-486E-AD58-3D9B-14725ABAC36F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11" name="Imagem 10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571C278-6E09-4F07-6FD9-D72986EB69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05" y="1490059"/>
            <a:ext cx="6370040" cy="1584640"/>
          </a:xfrm>
          <a:prstGeom prst="rect">
            <a:avLst/>
          </a:prstGeom>
        </p:spPr>
      </p:pic>
      <p:pic>
        <p:nvPicPr>
          <p:cNvPr id="15" name="Imagem 14" descr="Texto&#10;&#10;O conteúdo gerado por IA pode estar incorreto.">
            <a:extLst>
              <a:ext uri="{FF2B5EF4-FFF2-40B4-BE49-F238E27FC236}">
                <a16:creationId xmlns:a16="http://schemas.microsoft.com/office/drawing/2014/main" id="{ED413E98-27BC-BBEF-DCA0-7275C154A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05" y="2984264"/>
            <a:ext cx="6370040" cy="306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1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D18B0-0556-BAF3-99D9-0501025F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8CFCBF70-D053-E571-17E2-F8F76622EE8D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439ED6EF-DE80-B660-71A4-23B771BDA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5779106F-0A7A-9333-9259-0E3169B30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750CD998-C212-7CC1-A217-54AE6ED78707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5082E28E-4890-4090-EE6A-10CCA7F7B94D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CD0BEC07-8207-D6D7-179F-3071C6DBF312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F7CF10D2-7950-12E8-CCC3-BA4F2782607E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851D48-6887-1259-6A24-742C527E4458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5EC402-2525-6860-139E-5C56BB741FD2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B8EDF00-D2AB-7D06-CBF9-39A84154EC82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504F61DF-F42E-2924-B92F-F55ED10954AA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E1159F-A235-9EA1-FF6B-ACE2BA07F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79" y="1391681"/>
            <a:ext cx="7579995" cy="4124857"/>
          </a:xfrm>
          <a:prstGeom prst="rect">
            <a:avLst/>
          </a:prstGeom>
        </p:spPr>
      </p:pic>
      <p:pic>
        <p:nvPicPr>
          <p:cNvPr id="8" name="Imagem 7" descr="Tela de um aparelho eletrônico&#10;&#10;O conteúdo gerado por IA pode estar incorreto.">
            <a:extLst>
              <a:ext uri="{FF2B5EF4-FFF2-40B4-BE49-F238E27FC236}">
                <a16:creationId xmlns:a16="http://schemas.microsoft.com/office/drawing/2014/main" id="{1A648FAE-50C2-A0C3-0235-79A8089C0E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071" y="2438400"/>
            <a:ext cx="5222920" cy="296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0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FF67-48F1-5D14-EF04-58D556A1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4F5458C7-C128-AF87-3EC4-EFD41B9F35E2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3F23B3C3-0729-83BD-9D7D-B1400263D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84708853-677C-F0E3-F5B5-727CC0755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6A814F4B-DC6E-782B-CC11-7F5C32008C90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F52E0027-5AA4-3EC6-C3FA-3B85FCCD64AB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C0EAD684-B61C-4B97-3ED9-582B6AD6CDF1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ADE5172C-004A-B0D9-8EC3-51F361C81990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526A794-228A-D72A-728B-33CDB33B8227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723C8F-0953-3BA3-8A70-7806856F3480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1CCF90F-B4C5-914A-6944-4BA850BFF84D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8FD0213E-F519-CFB0-9D8F-1A6FF7C4FE5B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10" name="Imagem 9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40D7F5F0-B046-9F72-B67C-C29AB3F1A0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14" y="1639208"/>
            <a:ext cx="6019570" cy="3741176"/>
          </a:xfrm>
          <a:prstGeom prst="rect">
            <a:avLst/>
          </a:prstGeom>
        </p:spPr>
      </p:pic>
      <p:pic>
        <p:nvPicPr>
          <p:cNvPr id="12" name="Imagem 11" descr="Diagrama&#10;&#10;O conteúdo gerado por IA pode estar incorreto.">
            <a:extLst>
              <a:ext uri="{FF2B5EF4-FFF2-40B4-BE49-F238E27FC236}">
                <a16:creationId xmlns:a16="http://schemas.microsoft.com/office/drawing/2014/main" id="{8744C119-1FCC-D8FB-A74A-7C2D070BEE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59" y="2201665"/>
            <a:ext cx="5492566" cy="278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09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5D60-973C-8B0A-0E11-26E62B79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Diagrama&#10;&#10;O conteúdo gerado por IA pode estar incorreto.">
            <a:extLst>
              <a:ext uri="{FF2B5EF4-FFF2-40B4-BE49-F238E27FC236}">
                <a16:creationId xmlns:a16="http://schemas.microsoft.com/office/drawing/2014/main" id="{8DDCE3A2-6724-2862-1E66-B091CF212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541" y="1835960"/>
            <a:ext cx="6234757" cy="3580916"/>
          </a:xfrm>
          <a:prstGeom prst="rect">
            <a:avLst/>
          </a:prstGeom>
        </p:spPr>
      </p:pic>
      <p:sp>
        <p:nvSpPr>
          <p:cNvPr id="46" name="Retângulo 45">
            <a:extLst>
              <a:ext uri="{FF2B5EF4-FFF2-40B4-BE49-F238E27FC236}">
                <a16:creationId xmlns:a16="http://schemas.microsoft.com/office/drawing/2014/main" id="{EE256690-C9A0-FDC4-7192-8EB9D6942190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9274D1C9-EDDB-644F-BFFA-37CA60E8E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BFAE0189-1302-9F91-6A80-E2C8BF573C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F5C221CF-5CF9-9FD1-0777-0F6DC115266F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A2679824-217B-B573-B352-8DEA31C6B916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BA913A9D-FBB2-CD09-7FA6-96D0B9017AFA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DD1FC5D-61E3-24BE-367B-A53DD79645F4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7DA183A-B1EC-2882-0E5A-D84A56AFF43E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4E5BCE-33D0-9BAC-37DB-B62A9B0CCE5E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E0E64F0-D44D-FB6A-78B6-C0510EF2D240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B7D2EC4-B57B-3D79-EADC-BC15EC27C6AD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B6ADEB-E81F-0BA6-B43B-9E0F68C1B6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5409"/>
          <a:stretch/>
        </p:blipFill>
        <p:spPr>
          <a:xfrm>
            <a:off x="360461" y="1334454"/>
            <a:ext cx="7406450" cy="53159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2C0E3D4-1C91-76AD-3DE8-11138FD0CF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984" r="41695" b="2638"/>
          <a:stretch/>
        </p:blipFill>
        <p:spPr>
          <a:xfrm>
            <a:off x="264585" y="1866044"/>
            <a:ext cx="4318345" cy="303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12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D8DA-9CA4-3473-25AA-07B6D0391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27DF27E6-8CBE-B334-B906-A13352F30C28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0749BDC0-94C5-DF77-92E8-9337C9017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712BECD3-EF4D-BDBB-8A89-594EF16F5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8425652E-20E0-6472-FE33-567625D0DFF9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ACF8C3B8-6465-7B05-C62C-3826BB6CC175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AE594467-9592-D012-02A1-93D98C5C66EB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1372202-E02B-2265-2EB6-6853602E5FD7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90209A6-35A8-F164-811E-22CCABBC5D75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DF3A87-CE6D-D13E-8D5F-7533A133142B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D57EE45-5C3D-8E80-D44F-5BEBD4B58CAC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81312C4-BF1E-0F1C-47E7-C63F3A795DD6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9B8A54-1379-76F2-5639-255C96097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461" y="1336629"/>
            <a:ext cx="8623385" cy="460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82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48E4-1DC7-924E-7EB3-A5ACF60E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0349B40B-0520-C4F8-A2AF-3AE6789E3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842" y="2029564"/>
            <a:ext cx="6268946" cy="3536511"/>
          </a:xfrm>
          <a:prstGeom prst="rect">
            <a:avLst/>
          </a:prstGeom>
        </p:spPr>
      </p:pic>
      <p:sp>
        <p:nvSpPr>
          <p:cNvPr id="46" name="Retângulo 45">
            <a:extLst>
              <a:ext uri="{FF2B5EF4-FFF2-40B4-BE49-F238E27FC236}">
                <a16:creationId xmlns:a16="http://schemas.microsoft.com/office/drawing/2014/main" id="{BC062842-8B8A-3139-C072-382DFDCDDD44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56D33E0-1DFA-2DA1-112B-DCDB5EC5B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B8D43D20-721C-0482-2C10-B1ADB6F52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17687380-392F-EB2C-F742-107DBD7CDE05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CFE89C97-D5F5-67E3-9148-2225928D0BD2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547EE815-6C66-C6C5-96AA-B344E78A4697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0DCF7A19-2DE7-BEAC-35BF-5A069CAC5AEF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B77E2E-98E4-2421-DD54-C3EC009CFF67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452762-9687-8CC2-4B68-F1FEEDB1AC44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8735408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500" dirty="0">
                <a:solidFill>
                  <a:schemeClr val="tx1"/>
                </a:solidFill>
              </a:rPr>
              <a:t>Sistema de aterramento TN-C-S: as funções neutro e de proteção são combinadas em um único condutor em determinado trecho do circuito são separadas posteriormente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57B97515-75D0-10D4-F4E2-00D844E36E89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19A5D636-779F-17AA-47F5-82478BD930B5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9E03F0B1-35D4-9AC8-7506-ABBB511B55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7" y="2201665"/>
            <a:ext cx="4895025" cy="265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72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37C82-59D6-E55A-ADDD-DD3E012D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1A6F55D4-2598-1117-7E75-BADBA7C6784A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1CE959E0-95E0-447E-84E3-1D7FAC609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10635DAF-308E-BAB3-A5B8-94AC775AC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1DC1B4BF-2C3B-EA27-B242-10400E37DAAB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6232AFF0-F354-2015-BD90-A10D5FCF11AD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DA680FEA-D7CE-EF87-20A9-ED1FFB50358B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994D918B-A802-4F58-AFF6-45FF873D54B5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05B696-F547-24B2-21FB-C9E1678751B8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9DDB86-570B-961F-859E-03F81FFEDACD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3583CCC-8523-9B49-EA0B-412D6DB79FD3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FC5285D-14B1-7365-6042-83482E670983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E5B65B-81E0-ECEF-D307-32AA85196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94" y="1409506"/>
            <a:ext cx="8014534" cy="463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26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8B877-5240-E25B-D2C8-97AA5033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1E3189A5-C4D4-154B-7D63-49DFF3E100C8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FB21F5AC-1249-9C0F-1F04-D2FAC1ECD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BF013DDE-460B-7C35-4833-85D34A147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C091306F-34E2-B631-CE06-A8F87A827C84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25B3D7F6-8993-3FF1-7B77-373B7A51A3EA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1BD6400D-8762-B1DE-BDE5-54B5A09AD746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TN-C-S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639E3E63-6EE8-7673-C656-9F1D0E201798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8F3B53-7A08-448A-3B39-3521DC075C4E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F92619-8760-72C3-D04B-2BF5DC02198A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E882717-D62B-E831-C72B-469DEEBD86CA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1711361-3172-306B-20B7-247E3B36C470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11" name="Imagem 10" descr="Diagrama&#10;&#10;O conteúdo gerado por IA pode estar incorreto.">
            <a:extLst>
              <a:ext uri="{FF2B5EF4-FFF2-40B4-BE49-F238E27FC236}">
                <a16:creationId xmlns:a16="http://schemas.microsoft.com/office/drawing/2014/main" id="{2615EEB5-CDE1-800A-C34C-A18547EC2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73" y="1348618"/>
            <a:ext cx="8392696" cy="4763165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BDB2B5E-6526-1C23-5438-2FFDF8E687D1}"/>
              </a:ext>
            </a:extLst>
          </p:cNvPr>
          <p:cNvSpPr/>
          <p:nvPr/>
        </p:nvSpPr>
        <p:spPr>
          <a:xfrm>
            <a:off x="5422231" y="3840447"/>
            <a:ext cx="1347537" cy="139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F9F21D-B29E-24C7-183F-DED22D187C88}"/>
              </a:ext>
            </a:extLst>
          </p:cNvPr>
          <p:cNvSpPr txBox="1"/>
          <p:nvPr/>
        </p:nvSpPr>
        <p:spPr>
          <a:xfrm>
            <a:off x="5419894" y="3511545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BEP</a:t>
            </a:r>
          </a:p>
        </p:txBody>
      </p:sp>
    </p:spTree>
    <p:extLst>
      <p:ext uri="{BB962C8B-B14F-4D97-AF65-F5344CB8AC3E}">
        <p14:creationId xmlns:p14="http://schemas.microsoft.com/office/powerpoint/2010/main" val="2058973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6CAE-8E7F-2753-8D34-C702C888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8BC1E959-0F63-34B8-5F0D-23AFF121CC79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4CFA072C-03B4-B678-4351-F60D60B96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0DA4C35B-BF6A-E336-8F8D-C7B7A79A5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F4BDD586-7C39-508B-7512-DAB1D479F438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F05F4D9F-AFCA-3866-26C0-87668CAB579E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B6F23CBC-7099-D85D-1E5B-8F22CA182655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FD282F0C-5372-6279-E2DB-7DB961559E3A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C85CC9-33F5-139B-1F15-457FB9929BD8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615572-123B-9A10-7239-A246E51B4A0A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6C8E6AB-FFB4-F53D-7536-8EF8EB5770C4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750BA003-3E3E-46F3-F580-EE2228AD6401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8" name="Imagem 7" descr="Tela de jogo de vídeo game&#10;&#10;O conteúdo gerado por IA pode estar incorreto.">
            <a:extLst>
              <a:ext uri="{FF2B5EF4-FFF2-40B4-BE49-F238E27FC236}">
                <a16:creationId xmlns:a16="http://schemas.microsoft.com/office/drawing/2014/main" id="{B68D9B0B-451D-BC87-E005-D1DBFE243F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93" y="1556454"/>
            <a:ext cx="8624907" cy="438672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35D0D46-BA85-F478-188F-50B1E44E6A56}"/>
              </a:ext>
            </a:extLst>
          </p:cNvPr>
          <p:cNvSpPr/>
          <p:nvPr/>
        </p:nvSpPr>
        <p:spPr>
          <a:xfrm>
            <a:off x="5390147" y="4130605"/>
            <a:ext cx="1347537" cy="139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8C480E-7484-28DC-7D6B-0B0528490A2E}"/>
              </a:ext>
            </a:extLst>
          </p:cNvPr>
          <p:cNvSpPr txBox="1"/>
          <p:nvPr/>
        </p:nvSpPr>
        <p:spPr>
          <a:xfrm>
            <a:off x="5387810" y="3801703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BEP</a:t>
            </a:r>
          </a:p>
        </p:txBody>
      </p:sp>
    </p:spTree>
    <p:extLst>
      <p:ext uri="{BB962C8B-B14F-4D97-AF65-F5344CB8AC3E}">
        <p14:creationId xmlns:p14="http://schemas.microsoft.com/office/powerpoint/2010/main" val="3191120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2B95E-5B0C-B55F-D6FD-6236467D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EC6E8B1F-E92E-A84F-8193-33361CAA85A0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9A456AE3-4753-718B-11F8-3D1C8C9D2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9B5DF6B4-C141-F389-E44E-2856E7429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7B94A4C8-765E-6CAB-C273-2096171ACDD3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3D877783-7B9D-8A85-ABA3-86EE6771AC82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7900AFBC-2071-FE1F-43BE-1519520416BB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047F882D-9F2C-B0C5-7399-B4D95ABE654C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8166B13-8639-0664-7D3E-4CFD2C6627C4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0E7EB6-46DD-5F21-CADB-831553752A89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C54D8F98-088C-D572-E749-C61A1D779BC6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AE05386-4BBF-A768-AFFB-2224A4F32EF8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7E39FE-2CB4-2094-F33F-7A3C6272B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49" y="1477355"/>
            <a:ext cx="8639067" cy="456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66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247E-7650-8C50-955B-7C4DBCC1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787C0373-DE5C-7FDD-7391-3909E1AE70E1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F4F5A00D-C78D-DA9C-6B24-9CEDA425C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A3DEC471-A71B-103D-C942-927E925C2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A7F38434-1533-8078-F6B1-48096C7BF56A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F8995654-0782-3887-CF41-3DA491F8CFF3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B0BE8FA7-C6A5-63AF-0C37-7C3547944185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310FCED5-952E-30E7-C811-4626029C43FE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D84364C-A964-2F93-1477-1DC3B840EB82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741A3F-36AF-B884-427D-AB34DB049ECE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5E2A18E7-A7ED-41C0-26E7-5B9A2F5051F5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A166B9A-0749-CDF7-3717-E926B7C478E5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C6AA2DC-ED89-9772-7141-0EA666891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46" y="1334454"/>
            <a:ext cx="62769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13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17B4B-71B1-BF4B-F64F-1C9BCCE0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BAD7FD2D-60E2-38D2-1879-6C0147133A08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C5E6B9E2-FE26-CD75-C4CA-784A2432C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A6C3E049-1462-E7A5-1BB2-4410C9E3F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36110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D63353D9-0111-777B-0430-0FE814D89C3C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02DFA648-1C60-BF56-9975-FCE4BDC662FF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6FB94823-4A06-99A8-B8E2-8F18ACAC2AF9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F4095E8-A8D1-574B-69B5-BA6FE56996D1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8D4FB50-59AE-431C-9EE5-63D919C8703B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DEDD2C-2B30-D999-C494-B0985ACB654A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37CF6BAA-3C02-EF98-2271-E05E20EF88F8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9D1EEA6-3979-9A60-F2FE-96809066BEA9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1EDFDD-A858-00ED-34DC-F0B2475C4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49" y="1418320"/>
            <a:ext cx="8849442" cy="472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70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448D-AE99-F637-E4C8-1C81A1CD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BBFE5B6E-1856-37F2-08A1-42751BC65839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0A300902-059B-9177-7FAD-FF2ED2101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708FCB2B-4796-4828-236B-41FEB7F5F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15087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EBB7DB4B-0A5A-C876-CF0C-94D0BEA0DF22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FA7A8C37-7BFD-3359-E716-62ECDFFA5119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2CF7770-5110-A00E-69EE-7596C750ABD6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0B75948-30FE-EFEC-F874-5A24AF43CDD5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683C019-9F38-2CDD-DAAE-ADF53C3CC18E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A559DD-1687-67EB-006E-D39E5C624D90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0DC5A6E9-B559-B6AC-F093-F3B1D2CE4427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E340999-2560-5C71-4766-BC86A1F5E646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496381F-5163-B6CD-6237-19AC75E4F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16" y="1732672"/>
            <a:ext cx="9071467" cy="418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41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4774-4C2C-0F51-9A94-B0244E317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78924706-9B98-48B7-ED6D-EBFFEEABCBFF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B8203044-CBBD-3807-3230-28C3630A8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6EC52FCA-7A6C-CA79-140D-294CB8DA5F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15087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4D7B6CDB-E9B7-4E90-21D8-78EC99D5AD66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222D4E0D-58D0-7091-511F-FFF598711F46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E3F1A933-A232-203C-3E39-C1A9601A3617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0BDC2FE-1B6E-3007-CCB0-3535766723DC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AEE9E8C-69FF-B73D-0A41-9AF7D2BF981B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13C102-D59C-EB16-70C2-B0EB039D05A6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897596E9-CFFB-EE05-6B12-45FB16F84BFF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017B03E-EB33-B4C1-1187-59C737F52650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B48FB4-C921-66BB-B6FE-CA0693849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981" y="1490059"/>
            <a:ext cx="6933593" cy="463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2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C970-D291-5F72-841C-9F185B63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7184932A-010E-C327-8DE1-28D0303B03AF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6881D437-9E98-8777-04CE-32B96406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39A3085E-31F4-DE2B-B017-D1EB70C91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15087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280AD3BA-5C20-38A8-797D-F7D5C5E47EF8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133AEFD3-3302-D609-9EDA-481EECC21181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8E1E726-9F76-36F9-2977-7C66EF2FE541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BF1E47A-B592-FB2F-FB87-47051F9C7DC5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E3786DF-4236-8EB4-422A-12DC8CDB95AA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E3D42A-6B9A-4A2C-EED2-989A79BBF901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6CC65796-03DA-9D86-54A5-19BBF4A4256C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20BCB57-D493-B251-C954-18EEF775CA42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1020FFE-CCAA-873C-9A4D-AB629B379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970" y="1490059"/>
            <a:ext cx="6729955" cy="46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76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C304-282B-9CEA-C059-99F56A8F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972355C4-2DBA-2D9F-390B-74754A4163E8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08E553AA-4F3D-DD6E-9612-64F9B16CE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17FC5DEF-3901-92F7-D35B-6ED789C53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15087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410E735E-677E-43E7-7560-4701BFE98F45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2645FC17-25FA-5066-94A2-B0E00855C09D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BDB4DE2-BD04-9508-EE65-53B1C2ED5A93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9634B703-51D3-6D18-CA31-A3464B12776C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539B15A-E998-9BF9-5556-D4B5F6CD47A9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FFAE6C-9B7A-4140-7C4B-46BFD87C7249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CC1270C-3C11-FF68-58AF-0DEFC9F8EBEC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94387D16-0BE2-5468-9464-2041CFAA8715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16EB00F-5F02-5A3F-CADF-B9E878D4D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970" y="1490059"/>
            <a:ext cx="6729955" cy="46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71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80498-75CE-A303-72F9-5821CEA7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F9F2780E-D68F-F2C5-F2E3-DCBF82B2FDE7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7144D67B-4671-2786-5EDE-6BB80C2F7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B369F58B-DCB9-302F-75C8-9FFB96DCA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15087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12EB388D-121F-8846-4B83-583F46201BC1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54A25DF9-61BB-A798-A900-D2745444928F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6FB3D312-B532-647F-FB5A-26B2EB657B78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CCE2709-1423-0021-D1EC-931D41840F37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117FEF-F67C-04AE-ED71-3B2D66582ABA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411024-C586-A2B4-E1DF-2820458C553B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16B93E8B-B8F7-C03C-2B56-E0E5B51B3412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558C29C5-0963-F7E7-4A0A-06D87DD8FAFD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224534-D7AA-164B-F156-D33B514A5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64" y="1458306"/>
            <a:ext cx="8359988" cy="448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51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89A2-6020-A6DE-6BBE-163F70CE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57F90795-A11C-7F94-54DC-1FE1A3AD86EE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456B3707-1F50-76AD-590A-E803A857C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pic>
        <p:nvPicPr>
          <p:cNvPr id="6" name="Imagem 5" descr="Imagem em preto e branco&#10;&#10;Descrição gerada automaticamente com confiança baixa">
            <a:extLst>
              <a:ext uri="{FF2B5EF4-FFF2-40B4-BE49-F238E27FC236}">
                <a16:creationId xmlns:a16="http://schemas.microsoft.com/office/drawing/2014/main" id="{ECE15A1C-0A4F-03AE-0225-53873AE53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298" y="5215087"/>
            <a:ext cx="1365632" cy="162189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8F19E050-1275-1902-5767-55340AB2FEAF}"/>
              </a:ext>
            </a:extLst>
          </p:cNvPr>
          <p:cNvSpPr/>
          <p:nvPr/>
        </p:nvSpPr>
        <p:spPr>
          <a:xfrm>
            <a:off x="0" y="390356"/>
            <a:ext cx="3151184" cy="8292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">
            <a:extLst>
              <a:ext uri="{FF2B5EF4-FFF2-40B4-BE49-F238E27FC236}">
                <a16:creationId xmlns:a16="http://schemas.microsoft.com/office/drawing/2014/main" id="{07496D4B-2471-B42C-FD71-1AC0CBAFCD4A}"/>
              </a:ext>
            </a:extLst>
          </p:cNvPr>
          <p:cNvSpPr/>
          <p:nvPr/>
        </p:nvSpPr>
        <p:spPr>
          <a:xfrm>
            <a:off x="0" y="-1"/>
            <a:ext cx="3510575" cy="863719"/>
          </a:xfrm>
          <a:custGeom>
            <a:avLst/>
            <a:gdLst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3057993 w 3057993"/>
              <a:gd name="connsiteY2" fmla="*/ 689548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057993"/>
              <a:gd name="connsiteY0" fmla="*/ 0 h 689548"/>
              <a:gd name="connsiteX1" fmla="*/ 3057993 w 3057993"/>
              <a:gd name="connsiteY1" fmla="*/ 0 h 689548"/>
              <a:gd name="connsiteX2" fmla="*/ 2919447 w 3057993"/>
              <a:gd name="connsiteY2" fmla="*/ 671075 h 689548"/>
              <a:gd name="connsiteX3" fmla="*/ 0 w 3057993"/>
              <a:gd name="connsiteY3" fmla="*/ 689548 h 689548"/>
              <a:gd name="connsiteX4" fmla="*/ 0 w 3057993"/>
              <a:gd name="connsiteY4" fmla="*/ 0 h 689548"/>
              <a:gd name="connsiteX0" fmla="*/ 0 w 3510575"/>
              <a:gd name="connsiteY0" fmla="*/ 9237 h 698785"/>
              <a:gd name="connsiteX1" fmla="*/ 3510575 w 3510575"/>
              <a:gd name="connsiteY1" fmla="*/ 0 h 698785"/>
              <a:gd name="connsiteX2" fmla="*/ 2919447 w 3510575"/>
              <a:gd name="connsiteY2" fmla="*/ 680312 h 698785"/>
              <a:gd name="connsiteX3" fmla="*/ 0 w 3510575"/>
              <a:gd name="connsiteY3" fmla="*/ 698785 h 698785"/>
              <a:gd name="connsiteX4" fmla="*/ 0 w 3510575"/>
              <a:gd name="connsiteY4" fmla="*/ 9237 h 698785"/>
              <a:gd name="connsiteX0" fmla="*/ 0 w 3510575"/>
              <a:gd name="connsiteY0" fmla="*/ 9237 h 846566"/>
              <a:gd name="connsiteX1" fmla="*/ 3510575 w 3510575"/>
              <a:gd name="connsiteY1" fmla="*/ 0 h 846566"/>
              <a:gd name="connsiteX2" fmla="*/ 2780901 w 3510575"/>
              <a:gd name="connsiteY2" fmla="*/ 846566 h 846566"/>
              <a:gd name="connsiteX3" fmla="*/ 0 w 3510575"/>
              <a:gd name="connsiteY3" fmla="*/ 698785 h 846566"/>
              <a:gd name="connsiteX4" fmla="*/ 0 w 3510575"/>
              <a:gd name="connsiteY4" fmla="*/ 9237 h 846566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0 w 3510575"/>
              <a:gd name="connsiteY3" fmla="*/ 698785 h 892748"/>
              <a:gd name="connsiteX4" fmla="*/ 0 w 3510575"/>
              <a:gd name="connsiteY4" fmla="*/ 9237 h 892748"/>
              <a:gd name="connsiteX0" fmla="*/ 83127 w 3593702"/>
              <a:gd name="connsiteY0" fmla="*/ 9237 h 892748"/>
              <a:gd name="connsiteX1" fmla="*/ 3593702 w 3593702"/>
              <a:gd name="connsiteY1" fmla="*/ 0 h 892748"/>
              <a:gd name="connsiteX2" fmla="*/ 2827083 w 3593702"/>
              <a:gd name="connsiteY2" fmla="*/ 892748 h 892748"/>
              <a:gd name="connsiteX3" fmla="*/ 0 w 3593702"/>
              <a:gd name="connsiteY3" fmla="*/ 560240 h 892748"/>
              <a:gd name="connsiteX4" fmla="*/ 83127 w 3593702"/>
              <a:gd name="connsiteY4" fmla="*/ 9237 h 892748"/>
              <a:gd name="connsiteX0" fmla="*/ 0 w 3510575"/>
              <a:gd name="connsiteY0" fmla="*/ 9237 h 892748"/>
              <a:gd name="connsiteX1" fmla="*/ 3510575 w 3510575"/>
              <a:gd name="connsiteY1" fmla="*/ 0 h 892748"/>
              <a:gd name="connsiteX2" fmla="*/ 2743956 w 3510575"/>
              <a:gd name="connsiteY2" fmla="*/ 892748 h 892748"/>
              <a:gd name="connsiteX3" fmla="*/ 9237 w 3510575"/>
              <a:gd name="connsiteY3" fmla="*/ 560240 h 892748"/>
              <a:gd name="connsiteX4" fmla="*/ 0 w 3510575"/>
              <a:gd name="connsiteY4" fmla="*/ 9237 h 892748"/>
              <a:gd name="connsiteX0" fmla="*/ 0 w 3510575"/>
              <a:gd name="connsiteY0" fmla="*/ 9237 h 863719"/>
              <a:gd name="connsiteX1" fmla="*/ 3510575 w 3510575"/>
              <a:gd name="connsiteY1" fmla="*/ 0 h 863719"/>
              <a:gd name="connsiteX2" fmla="*/ 3266471 w 3510575"/>
              <a:gd name="connsiteY2" fmla="*/ 863719 h 863719"/>
              <a:gd name="connsiteX3" fmla="*/ 9237 w 3510575"/>
              <a:gd name="connsiteY3" fmla="*/ 560240 h 863719"/>
              <a:gd name="connsiteX4" fmla="*/ 0 w 3510575"/>
              <a:gd name="connsiteY4" fmla="*/ 9237 h 86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575" h="863719">
                <a:moveTo>
                  <a:pt x="0" y="9237"/>
                </a:moveTo>
                <a:lnTo>
                  <a:pt x="3510575" y="0"/>
                </a:lnTo>
                <a:lnTo>
                  <a:pt x="3266471" y="863719"/>
                </a:lnTo>
                <a:lnTo>
                  <a:pt x="9237" y="560240"/>
                </a:lnTo>
                <a:lnTo>
                  <a:pt x="0" y="923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95BF0063-93F0-8877-3CA3-51438FE8C381}"/>
              </a:ext>
            </a:extLst>
          </p:cNvPr>
          <p:cNvSpPr txBox="1">
            <a:spLocks/>
          </p:cNvSpPr>
          <p:nvPr/>
        </p:nvSpPr>
        <p:spPr>
          <a:xfrm>
            <a:off x="1" y="809984"/>
            <a:ext cx="3151184" cy="409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500" dirty="0">
                <a:solidFill>
                  <a:schemeClr val="bg1"/>
                </a:solidFill>
              </a:rPr>
              <a:t>Esquemas TN-S</a:t>
            </a:r>
          </a:p>
          <a:p>
            <a:pPr algn="ctr"/>
            <a:endParaRPr lang="pt-BR" sz="2500" dirty="0">
              <a:solidFill>
                <a:schemeClr val="bg1"/>
              </a:solidFill>
            </a:endParaRPr>
          </a:p>
          <a:p>
            <a:pPr algn="ctr"/>
            <a:endParaRPr lang="pt-BR" sz="2500" dirty="0">
              <a:solidFill>
                <a:schemeClr val="bg1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625F21E-7B07-D5C0-A99B-250331BD0992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2FF63DA-2ED7-1BFA-4AA5-8BCA83AAC443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5D1C61-F794-E809-E9D4-26E999ABA060}"/>
              </a:ext>
            </a:extLst>
          </p:cNvPr>
          <p:cNvSpPr txBox="1">
            <a:spLocks/>
          </p:cNvSpPr>
          <p:nvPr/>
        </p:nvSpPr>
        <p:spPr>
          <a:xfrm>
            <a:off x="392550" y="1391681"/>
            <a:ext cx="7766936" cy="637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2DA39075-C56A-E6F9-C8AD-AD0D0B05BF13}"/>
              </a:ext>
            </a:extLst>
          </p:cNvPr>
          <p:cNvSpPr txBox="1">
            <a:spLocks/>
          </p:cNvSpPr>
          <p:nvPr/>
        </p:nvSpPr>
        <p:spPr>
          <a:xfrm>
            <a:off x="5885116" y="1937545"/>
            <a:ext cx="1510295" cy="50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2500" dirty="0">
              <a:solidFill>
                <a:schemeClr val="tx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B07B380-40EB-4625-0397-02E748AF32A1}"/>
              </a:ext>
            </a:extLst>
          </p:cNvPr>
          <p:cNvSpPr txBox="1">
            <a:spLocks/>
          </p:cNvSpPr>
          <p:nvPr/>
        </p:nvSpPr>
        <p:spPr>
          <a:xfrm>
            <a:off x="392549" y="119877"/>
            <a:ext cx="3036595" cy="575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500" dirty="0">
                <a:solidFill>
                  <a:schemeClr val="tx1"/>
                </a:solidFill>
              </a:rPr>
              <a:t>Aterramento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363197-F718-DD51-95BB-FAC392592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86" y="1391681"/>
            <a:ext cx="7034414" cy="48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59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Personalizada 19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00"/>
      </a:accent2>
      <a:accent3>
        <a:srgbClr val="969696"/>
      </a:accent3>
      <a:accent4>
        <a:srgbClr val="808080"/>
      </a:accent4>
      <a:accent5>
        <a:srgbClr val="000000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alh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3316</TotalTime>
  <Words>486</Words>
  <Application>Microsoft Office PowerPoint</Application>
  <PresentationFormat>Widescreen</PresentationFormat>
  <Paragraphs>164</Paragraphs>
  <Slides>27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Aptos</vt:lpstr>
      <vt:lpstr>Arial</vt:lpstr>
      <vt:lpstr>Trebuchet MS</vt:lpstr>
      <vt:lpstr>Wingdings 3</vt:lpstr>
      <vt:lpstr>Facetado</vt:lpstr>
      <vt:lpstr>BOM DIA!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VICENTE MARTINS</dc:creator>
  <cp:lastModifiedBy>Benedito Aparecido Bautz Martins</cp:lastModifiedBy>
  <cp:revision>96</cp:revision>
  <cp:lastPrinted>2022-07-21T13:29:15Z</cp:lastPrinted>
  <dcterms:created xsi:type="dcterms:W3CDTF">2022-07-17T16:44:28Z</dcterms:created>
  <dcterms:modified xsi:type="dcterms:W3CDTF">2025-05-06T01:41:49Z</dcterms:modified>
</cp:coreProperties>
</file>